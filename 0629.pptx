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0"/>
            <a:ext cx="8316595" cy="295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" y="3659505"/>
            <a:ext cx="8316595" cy="31984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66555" y="1069975"/>
            <a:ext cx="23380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正确去重</a:t>
            </a:r>
            <a:endParaRPr lang="zh-CN" altLang="en-US"/>
          </a:p>
          <a:p>
            <a:r>
              <a:rPr lang="zh-CN" altLang="en-US"/>
              <a:t>正确 </a:t>
            </a:r>
            <a:r>
              <a:rPr lang="en-US" altLang="zh-CN"/>
              <a:t>merge</a:t>
            </a:r>
            <a:endParaRPr lang="en-US" altLang="zh-CN"/>
          </a:p>
          <a:p>
            <a:r>
              <a:rPr lang="zh-CN" altLang="en-US"/>
              <a:t>保住主键语义</a:t>
            </a:r>
            <a:endParaRPr lang="zh-CN" altLang="en-US"/>
          </a:p>
          <a:p>
            <a:r>
              <a:rPr lang="zh-CN" altLang="en-US"/>
              <a:t>避免重复行或错配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6456045" cy="4314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27910"/>
            <a:ext cx="5846445" cy="45300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abc</cp:lastModifiedBy>
  <cp:revision>5</cp:revision>
  <dcterms:created xsi:type="dcterms:W3CDTF">2023-08-09T12:44:00Z</dcterms:created>
  <dcterms:modified xsi:type="dcterms:W3CDTF">2026-06-29T06:19:19Z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8B08CADEC8EB4EF5A6CBA7382955AD7B_12</vt:lpwstr>
  </property>
</Properties>
</file>